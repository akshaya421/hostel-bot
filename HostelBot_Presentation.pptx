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2743200" cy="2743200"/>
          </a:xfrm>
          <a:prstGeom prst="ellipse">
            <a:avLst/>
          </a:prstGeom>
          <a:solidFill>
            <a:srgbClr val="1F4785"/>
          </a:solidFill>
          <a:ln w="12700">
            <a:solidFill>
              <a:srgbClr val="1F47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HostelBot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AI-Based Hostel Support System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32004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Akshaya Gunda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090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Information Technology  |  ACE Engineering College, Hyderabad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Node.js  ·  AI APIs  ·  MongoDB  ·  NLP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40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challenges in hostel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today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520440" y="457200"/>
            <a:ext cx="5394960" cy="658368"/>
          </a:xfrm>
          <a:prstGeom prst="rect">
            <a:avLst/>
          </a:prstGeom>
          <a:solidFill>
            <a:srgbClr val="F5F9FF"/>
          </a:solidFill>
          <a:ln w="6350">
            <a:solidFill>
              <a:srgbClr val="BCC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30168" y="603504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30168" y="603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56692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repeatedly ask the same basic questions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1261872"/>
            <a:ext cx="5394960" cy="658368"/>
          </a:xfrm>
          <a:prstGeom prst="rect">
            <a:avLst/>
          </a:prstGeom>
          <a:solidFill>
            <a:srgbClr val="EBF5FB"/>
          </a:solidFill>
          <a:ln w="6350">
            <a:solidFill>
              <a:srgbClr val="BCC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1408176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0168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0" y="1371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receive too many calls daily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20440" y="2066544"/>
            <a:ext cx="5394960" cy="658368"/>
          </a:xfrm>
          <a:prstGeom prst="rect">
            <a:avLst/>
          </a:prstGeom>
          <a:solidFill>
            <a:srgbClr val="F5F9FF"/>
          </a:solidFill>
          <a:ln w="6350">
            <a:solidFill>
              <a:srgbClr val="BCC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30168" y="2212848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016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0" y="217627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information sharing to students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20440" y="2871216"/>
            <a:ext cx="5394960" cy="658368"/>
          </a:xfrm>
          <a:prstGeom prst="rect">
            <a:avLst/>
          </a:prstGeom>
          <a:solidFill>
            <a:srgbClr val="EBF5FB"/>
          </a:solidFill>
          <a:ln w="6350">
            <a:solidFill>
              <a:srgbClr val="BCC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30168" y="301752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3016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29809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support system available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20440" y="3675888"/>
            <a:ext cx="5394960" cy="658368"/>
          </a:xfrm>
          <a:prstGeom prst="rect">
            <a:avLst/>
          </a:prstGeom>
          <a:solidFill>
            <a:srgbClr val="F5F9FF"/>
          </a:solidFill>
          <a:ln w="6350">
            <a:solidFill>
              <a:srgbClr val="BCC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30168" y="3822192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30168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78561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manual communication process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520440" y="4663440"/>
            <a:ext cx="5394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66160" y="4663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Mess timings  ·  Gate timing  ·  Warden contact  ·  Wi-Fi  ·  Hostel rules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42860"/>
          </a:solidFill>
          <a:ln w="12700">
            <a:solidFill>
              <a:srgbClr val="142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HostelBot — your 24/7 AI-powered hostel companion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91640" cy="32004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691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Info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231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hostel answers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148840" y="1417320"/>
            <a:ext cx="1691640" cy="32004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417320"/>
            <a:ext cx="1691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4231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effort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977640" y="1417320"/>
            <a:ext cx="1691640" cy="32004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977640" y="1417320"/>
            <a:ext cx="1691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7764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4231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776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806440" y="1417320"/>
            <a:ext cx="1691640" cy="32004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806440" y="1417320"/>
            <a:ext cx="1691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80644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Aware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42316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064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guidance built-in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452360" y="1417320"/>
            <a:ext cx="1691640" cy="32004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52360" y="1417320"/>
            <a:ext cx="16916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45236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Support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242316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5236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612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097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Support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96596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671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103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&amp; Curfew Info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74320" y="297180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7296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Timings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274320" y="39776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17880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Contact Details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754880" y="96012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16128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76672" y="1097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Safety Guidance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196596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16712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76672" y="2103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Amenities Info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172968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76672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Automation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754880" y="3977640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178808"/>
            <a:ext cx="411480" cy="4114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76672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System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554480" cy="22860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Tailwind CSS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48256" y="1051560"/>
            <a:ext cx="1554480" cy="22402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48256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48256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260604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30752" y="1097280"/>
            <a:ext cx="1554480" cy="21945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730752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30752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Firebase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2606040"/>
            <a:ext cx="548640" cy="548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13248" y="1143000"/>
            <a:ext cx="1554480" cy="21488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413248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13248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· NLP Engine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606040"/>
            <a:ext cx="548640" cy="5486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095744" y="1188720"/>
            <a:ext cx="1554480" cy="21031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095744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095744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AWS · Render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2606040"/>
            <a:ext cx="548640" cy="5486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65760" y="3520440"/>
            <a:ext cx="832104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65760" y="3611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Request Flow  →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1883664" y="2103120"/>
            <a:ext cx="164592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566160" y="2103120"/>
            <a:ext cx="164592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248656" y="2103120"/>
            <a:ext cx="164592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931152" y="2103120"/>
            <a:ext cx="164592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09728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query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3512" y="1709928"/>
            <a:ext cx="201168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96012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09728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receives request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33872" y="1709928"/>
            <a:ext cx="201168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96012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09728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processes 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25880" y="301752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relevant response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53512" y="3630168"/>
            <a:ext cx="201168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88036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301752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fetches hostel info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33872" y="3630168"/>
            <a:ext cx="201168" cy="1097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6600" y="3017520"/>
            <a:ext cx="548640" cy="54864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 instantly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100584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005840"/>
            <a:ext cx="2651760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005840"/>
            <a:ext cx="2651760" cy="5486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288036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880360"/>
            <a:ext cx="265176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5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56616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432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154680" y="288036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54680" y="2880360"/>
            <a:ext cx="265176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15468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56616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5468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35040" y="2880360"/>
            <a:ext cx="2651760" cy="5486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035040" y="29535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5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6616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03504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state-of-the-art natural language processing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447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904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72968" y="12801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78808" y="14447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49047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4408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25896" y="12801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31736" y="14447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49047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17336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FAQ Matching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20040" y="31089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25880" y="32735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19272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148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172968" y="31089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178808" y="32735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319272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64408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Understanding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25896" y="3108960"/>
            <a:ext cx="2651760" cy="1508760"/>
          </a:xfrm>
          <a:prstGeom prst="rect">
            <a:avLst/>
          </a:prstGeom>
          <a:solidFill>
            <a:srgbClr val="142860"/>
          </a:solidFill>
          <a:ln w="1016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031736" y="3273552"/>
            <a:ext cx="640080" cy="6400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319272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17336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 Assistance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987552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8755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241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05840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workload for wardens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581912"/>
            <a:ext cx="8503920" cy="576072"/>
          </a:xfrm>
          <a:prstGeom prst="rect">
            <a:avLst/>
          </a:prstGeom>
          <a:solidFill>
            <a:srgbClr val="F5F9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1655064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165506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916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1673352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communication to students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74320" y="2249424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2322576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23760" y="232257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5915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2340864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student experience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74320" y="2916936"/>
            <a:ext cx="8503920" cy="576072"/>
          </a:xfrm>
          <a:prstGeom prst="rect">
            <a:avLst/>
          </a:prstGeom>
          <a:solidFill>
            <a:srgbClr val="F5F9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23760" y="2990088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223760" y="299008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2666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3008376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anytime — 24/7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274320" y="3584448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23760" y="3657600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23760" y="365760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69417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" y="3675888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thousands of students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274320" y="4251960"/>
            <a:ext cx="8503920" cy="576072"/>
          </a:xfrm>
          <a:prstGeom prst="rect">
            <a:avLst/>
          </a:prstGeom>
          <a:solidFill>
            <a:srgbClr val="F5F9FF"/>
          </a:solidFill>
          <a:ln w="6350">
            <a:solidFill>
              <a:srgbClr val="D0E4F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223760" y="4325112"/>
            <a:ext cx="1371600" cy="4297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223760" y="432511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Hub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3616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248" y="4343400"/>
            <a:ext cx="6263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information system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9144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960120"/>
            <a:ext cx="7132320" cy="484632"/>
          </a:xfrm>
          <a:prstGeom prst="rect">
            <a:avLst/>
          </a:prstGeom>
          <a:solidFill>
            <a:srgbClr val="14286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99669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Assistant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536192"/>
            <a:ext cx="7132320" cy="484632"/>
          </a:xfrm>
          <a:prstGeom prst="rect">
            <a:avLst/>
          </a:prstGeom>
          <a:solidFill>
            <a:srgbClr val="1A3A7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Multi-language Support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112264"/>
            <a:ext cx="7132320" cy="484632"/>
          </a:xfrm>
          <a:prstGeom prst="rect">
            <a:avLst/>
          </a:prstGeom>
          <a:solidFill>
            <a:srgbClr val="14286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1488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Complaint Management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688336"/>
            <a:ext cx="7132320" cy="484632"/>
          </a:xfrm>
          <a:prstGeom prst="rect">
            <a:avLst/>
          </a:prstGeom>
          <a:solidFill>
            <a:srgbClr val="1A3A7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7249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Attendance Integration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264408"/>
            <a:ext cx="7132320" cy="484632"/>
          </a:xfrm>
          <a:prstGeom prst="rect">
            <a:avLst/>
          </a:prstGeom>
          <a:solidFill>
            <a:srgbClr val="14286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3009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Hostel Fee Payment System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3840480"/>
            <a:ext cx="7132320" cy="484632"/>
          </a:xfrm>
          <a:prstGeom prst="rect">
            <a:avLst/>
          </a:prstGeom>
          <a:solidFill>
            <a:srgbClr val="1A3A7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8770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4416552"/>
            <a:ext cx="7132320" cy="484632"/>
          </a:xfrm>
          <a:prstGeom prst="rect">
            <a:avLst/>
          </a:prstGeom>
          <a:solidFill>
            <a:srgbClr val="142860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4531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Emergency Alert System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24712"/>
            <a:ext cx="393192" cy="393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960120"/>
            <a:ext cx="7772400" cy="658368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10515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mess timings?"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29384"/>
            <a:ext cx="393192" cy="3931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05840" y="1764792"/>
            <a:ext cx="7772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143000" y="18562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gate closing time?"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65760" y="2679192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734056"/>
            <a:ext cx="393192" cy="3931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5840" y="2569464"/>
            <a:ext cx="7772400" cy="658368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1143000" y="266090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warden's number"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365760" y="3483864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538728"/>
            <a:ext cx="393192" cy="3931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5840" y="3374136"/>
            <a:ext cx="7772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1143000" y="346557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hostel rules?"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365760" y="4288536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4343400"/>
            <a:ext cx="393192" cy="39319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005840" y="4178808"/>
            <a:ext cx="7772400" cy="658368"/>
          </a:xfrm>
          <a:prstGeom prst="rect">
            <a:avLst/>
          </a:prstGeom>
          <a:solidFill>
            <a:srgbClr val="F5F9FF"/>
          </a:solidFill>
          <a:ln w="1016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1143000" y="427024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pay hostel fees?"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HostelBot — answers in seconds!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42860"/>
          </a:solidFill>
          <a:ln w="12700">
            <a:solidFill>
              <a:srgbClr val="14286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078992"/>
            <a:ext cx="32004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HostelBot simplifies hostel communication through AI automation, providing students with instant, accurate support — anytime, anywhere.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D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better efficiency, scalability, and user experience, HostelBot is the future of hostel management.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1874520" cy="6400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42032" y="3520440"/>
            <a:ext cx="1874520" cy="6400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42032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26864" y="3520440"/>
            <a:ext cx="1874520" cy="6400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11696" y="3520440"/>
            <a:ext cx="1874520" cy="6400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11696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Ready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 Gunda  ·  ACE Engineering College, Hyderabad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HostelBot AI Assistant</dc:title>
  <dc:subject>PptxGenJS Presentation</dc:subject>
  <dc:creator>Akshaya Gunda</dc:creator>
  <cp:lastModifiedBy>Akshaya Gunda</cp:lastModifiedBy>
  <cp:revision>1</cp:revision>
  <dcterms:created xsi:type="dcterms:W3CDTF">2026-05-17T18:39:11Z</dcterms:created>
  <dcterms:modified xsi:type="dcterms:W3CDTF">2026-05-17T18:39:11Z</dcterms:modified>
</cp:coreProperties>
</file>